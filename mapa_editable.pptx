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53.5%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58.6%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69.6%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102.7%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102.3%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(14/10/2026)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(15/10/2026)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53.5%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53.3%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58.6%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54.5%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+4.10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69.6%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69.3%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+0.30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21132" y="7932420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102.4%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