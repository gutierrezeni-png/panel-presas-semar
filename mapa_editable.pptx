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59.9%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65.8%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71.8%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101.2%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100.7%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(27/10/2026)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(28/10/2026)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59.9%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59.7%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65.8%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65.5%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21132" y="7349032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+0.30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71.8%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71.8%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626035" y="763158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101.2%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101.2%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626035" y="792327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100.7%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100.7%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626035" y="821588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