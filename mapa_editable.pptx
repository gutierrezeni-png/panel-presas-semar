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55.4%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61.0%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70.1%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101.9%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101.8%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(20/10/2026)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(21/10/2026)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55.4%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55.4%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626035" y="7047280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61.0%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61.0%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626035" y="7339888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70.1%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70.1%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626035" y="763158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101.9%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101.9%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626035" y="792327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101.8%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101.8%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626035" y="821588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