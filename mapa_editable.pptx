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60.1%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65.2%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71.6%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101.3%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100.9%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(25/10/2026)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(26/10/2026)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58.9%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+1.20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65.2%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64.7%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101.3%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100.9%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