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50.4%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56.1%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66.8%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101.6%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94.9%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(11/10/2026)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(12/10/2026)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50.4%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50.4%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56.1%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56.1%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66.8%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66.8%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101.6%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04627" y="822502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94.9%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720925" y="8215884"/>
            <a:ext cx="783640" cy="170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8A6D00"/>
                </a:solidFill>
              </a:rPr>
              <a:t>PRECAUCIÓN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46059" y="822502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94.9%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