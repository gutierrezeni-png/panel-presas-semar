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54.3%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59.7%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69.8%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102.3%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102.2%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(17/10/2026)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(18/10/2026)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54.3%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53.7%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59.7%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59.1%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69.8%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69.7%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102.3%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102.4%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744907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102.2%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102.3%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44907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