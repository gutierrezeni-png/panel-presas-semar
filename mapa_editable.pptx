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66.2%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71.9%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101.2%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100.6%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(29/10/2026)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(30/10/2026)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60.1%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66.2%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66.0%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71.9%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101.2%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100.6%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100.6%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