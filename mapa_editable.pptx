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59.9%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65.8%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100.7%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(28/10/2026)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(29/10/2026)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59.9%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626035" y="7047280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65.8%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100.7%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