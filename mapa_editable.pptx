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53.3%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54.5%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69.3%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102.6%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102.4%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(13/10/2026)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(14/10/2026)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53.3%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52.8%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54.5%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744907" y="7349032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-3.80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69.3%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68.8%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+0.50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102.6%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103.1%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-0.50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102.4%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104.1%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-1.70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