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55.4%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61.0%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70.1%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101.9%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101.8%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(19/10/2026)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(20/10/2026)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55.4%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54.8%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721132" y="7056424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61.0%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60.2%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721132" y="7349032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+0.80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70.1%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70.0%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721132" y="7640726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101.9%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102.0%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744907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-0.10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101.8%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102.0%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744907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-0.20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