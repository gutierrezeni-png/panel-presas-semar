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53.7%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59.1%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69.7%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102.4%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102.3%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(16/10/2026)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(17/10/2026)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53.7%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53.4%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59.1%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58.7%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69.7%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69.7%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102.4%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102.6%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102.2%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21132" y="8225028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